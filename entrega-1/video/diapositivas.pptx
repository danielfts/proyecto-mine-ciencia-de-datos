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Transición predial 2027: un producto de datos para fijar las tarifas del impuesto predial después de una actualización catastral.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Multiaservi Consultores asesora a un municipio colombiano que acaba de actualizar su catastro. Su avalúo mediano se multiplicó por 4,1 y, aunque bajó la tarifa, el impuesto facturado casi se duplicó.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Aun así, se facturó solo la mitad del impuesto pleno: una brecha de 68 mil millones de pesos. Y los límites al aumento vencen en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El objetivo: comparar escenarios de tarifas para 2027 con dos indicadores opuestos: cuánto se acerca el impuesto al pleno y cuánto sube para los predios de mayor impuesto, sin sacrificar recaudo, progresividad ni legalidad.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Lo usan los consultores de Multiaservi, que hoy arman cada propuesta en hojas de cálculo antes de que pase por la alcaldía y el Concejo. Cada escenario nuevo se rehace a mano y cada tarifa debe explicarse en palabras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Proponemos un motor de escenarios y un modelo que estima la probabilidad de pago de cada predio, servidos por una API y una aplicación web. Al Concejo llega un escenario congelado, no el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Nicolas Bedoya Figueroa: En el prototipo se fijan tarifas y límites, se ven las alertas y los indicadores, y se lee el resultado en palabras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Nicolas Bedoya Figueroa: Los datos catastrales vinculan predios con personas. Por la Ley 1581, el archivo de análisis no tiene nombres ni documentos, y ninguna salida muestra un predio individual. Lo público es la decisión, no los registros: al Concejo llegan agregados explicables, con el recaudo esperado como una estimación. El motor respeta los topes legales al aumento del impuesto, y el modelo de pago solo estima el recaudo agregado: no señala a ningún contribuyente.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Nicolas Bedoya Figueroa: Primera pregunta: qué tarifas y límites acercan el impuesto al pleno sin un choque excesivo en la cola. La responde el motor de escenarios: recorre una malla de escenarios, muestra la frontera entre convergencia y choque, y se valida reproduciendo el impuesto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Nicolas Bedoya Figueroa: Segunda: qué tan bien se anticipa si un predio pagará. Es una clasificación binaria con tres algoritmos: regresión logística, árbol de decisión y gradient boosting, evaluados con ROC-AUC, log-loss y calibración, frente a repetir el pago de 2025. Con esas probabilidades, el recaudo esperado es la suma de cada impuesto por su probabilidad de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Joubert Daniel Álvarez: Los datos vienen de dos fuentes. La principal es el levantamiento catastral en el modelo LADM-COL: lo cargamos en PostgreSQL y lo podamos de 217 a 45 tablas útiles. La segunda es la facturación del predial: de ella solo tomamos el impuesto de 2026 y si el predio pagó en 2025 y 2026. Todo se une por número predial en un archivo de 22 220 predios, sin datos personales y con su diccionario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Joubert Daniel Álvarez: En el notebook de entendimiento analizamos los 22 220 predios. Como los regímenes se valoran distinto, el análisis del avalúo usa 16 705 predios individuales con construcción, el 75 % del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Joubert Daniel Álvarez: El avalúo es muy asimétrico: la mediana es de 236 millones de pesos, y en escala logarítmica queda casi simétrico. Y el catastro anterior estaba desactualizado: el 64 % de los predios cambió su número predial, y el 10 % son nuevos.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Joubert Daniel Álvarez: En lo multivariado, el avalúo depende casi solo del tamaño: el primer componente principal, que es el tamaño, explica la mitad de la varianza y se correlaciona 0,92 con el avalúo.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La bitácora de calidad registra 31 problemas. Los más grandes son valores de relleno: una fecha de visita repetida en 9 010 predios y el año 2000 en 3 322. Se marcan como faltantes, y ninguno impide el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Con la facturación, el impuesto se concentra en la cola: el 10 % de los predios con mayor impuesto factura el 81 % del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Y el historial anticipa el pago: pagó en 2026 el 80 % de quienes pagaron en 2025, y casi nadie de quienes no. La incertidumbre está en los predios sin registro de 2025, la curva amarilla.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Así, los datos alcanzan: 19 150 predios facturados, con avalúo, destinación, zona y régimen, para el motor y para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Felipe Triviño Santana: En síntesis: se factura la mitad del impuesto pleno, el choque se concentra en pocos predios y el historial de pago es una base sólida para el recaudo esperado. Para la entrega final: validar el motor con las tarifas vigentes, comparar los tres modelos y construir la API y la aplicación.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Transición predial 2027: un producto de datos para fijar las tarifas del impuesto predial después de una actualización catastra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Multiaservi Consultores asesora a un municipio colombiano que acaba de actualizar su catastro. Su avalúo mediano se multiplicó por 4,1 y, aunque bajó la tarifa, el impuesto facturado casi se duplicó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Aun así, se facturó solo la mitad del impuesto pleno: una brecha de 68 mil millones de pesos. Y los límites al aumento vencen en 2027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El objetivo: comparar escenarios de tarifas para 2027 con dos indicadores opuestos: cuánto se acerca el impuesto al pleno y cuánto sube para los predios de mayor impuesto, sin sacrificar recaudo, progresividad ni legalida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Lo usan los consultores de Multiaservi, que hoy arman cada propuesta en hojas de cálculo antes de que pase por la alcaldía y el Concejo. Cada escenario nuevo se rehace a mano y cada tarifa debe explicarse en palabras simpl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Proponemos un motor de escenarios y un modelo que estima la probabilidad de pago de cada predio, servidos por una API y una aplicación web. Al Concejo llega un escenario congelado, no el simulado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colas Bedoya Figueroa: En el prototipo se fijan tarifas y límites, se ven las alertas y los indicadores, y se lee el resultado en palabras simpl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colas Bedoya Figueroa: Los datos catastrales vinculan predios con personas. Por la Ley 1581, el archivo de análisis no tiene nombres ni documentos, y ninguna salida muestra un predio individual. Lo público es la decisión, no los registros: al Concejo llegan agregados explicables, con el recaudo esperado como una estimación. El motor respeta los topes legales al aumento del impuesto, y el modelo de pago solo estima el recaudo agregado: no señala a ningún contribuyen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colas Bedoya Figueroa: Primera pregunta: qué tarifas y límites acercan el impuesto al pleno sin un choque excesivo en la cola. La responde el motor de escenarios: recorre una malla de escenarios, muestra la frontera entre convergencia y choque, y se valida reproduciendo el impuesto de 2026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colas Bedoya Figueroa: Segunda: qué tan bien se anticipa si un predio pagará. Es una clasificación binaria con tres algoritmos: regresión logística, árbol de decisión y gradient boosting, evaluados con ROC-AUC, log-loss y calibración, frente a repetir el pago de 2025. Con esas probabilidades, el recaudo esperado es la suma de cada impuesto por su probabilidad de pag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ubert Daniel Álvarez: Los datos vienen de dos fuentes. La principal es el levantamiento catastral en el modelo LADM-COL: lo cargamos en PostgreSQL y lo podamos de 217 a 45 tablas útiles. La segunda es la facturación del predial: de ella solo tomamos el impuesto de 2026 y si el predio pagó en 2025 y 2026. Todo se une por número predial en un archivo de 22 220 predios, sin datos personales y con su diccionario de dato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ubert Daniel Álvarez: En el notebook de entendimiento analizamos los 22 220 predios. Como los regímenes se valoran distinto, el análisis del avalúo usa 16 705 predios individuales con construcción, el 75 % del tota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ubert Daniel Álvarez: El avalúo es muy asimétrico: la mediana es de 236 millones de pesos, y en escala logarítmica queda casi simétrico. Y el catastro anterior estaba desactualizado: el 64 % de los predios cambió su número predial, y el 10 % son nuevo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ubert Daniel Álvarez: En lo multivariado, el avalúo depende casi solo del tamaño: el primer componente principal, que es el tamaño, explica la mitad de la varianza y se correlaciona 0,92 con el avalú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La bitácora de calidad registra 31 problemas. Los más grandes son valores de relleno: una fecha de visita repetida en 9 010 predios y el año 2000 en 3 322. Se marcan como faltantes, y ninguno impide el análisi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Con la facturación, el impuesto se concentra en la cola: el 10 % de los predios con mayor impuesto factura el 81 % del tota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Y el historial anticipa el pago: pagó en 2026 el 80 % de quienes pagaron en 2025, y casi nadie de quienes no. La incertidumbre está en los predios sin registro de 2025, la curva amarill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Así, los datos alcanzan: 19 150 predios facturados, con avalúo, destinación, zona y régimen, para el motor y para el model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niel Felipe Triviño Santana: En síntesis: se factura la mitad del impuesto pleno, el choque se concentra en pocos predios y el historial de pago es una base sólida para el recaudo esperado. Para la entrega final: validar el motor con las tarifas vigentes, comparar los tres modelos y construir la API y la aplicación. Gracia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Primera entrega</dc:title>
  <dc:subject/>
  <dc:creator>Daniel Felipe Triviño Santana, Nicolas Bedoya Figueroa, Joubert Daniel Álvarez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es-CO</dc:language>
</cp:coreProperties>
</file>